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Лабораторная работа №5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Описание и обсуждение полученных результатов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1069848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240280"/>
            <a:ext cx="5212080" cy="11430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2F3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Тема исследования: интеллектуальная helpdesk-система для анализа и маршрутизации пользовательских обращений.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72200" y="2240280"/>
            <a:ext cx="5120640" cy="114300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2F3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Практическая задача ЛР5: проверить качество baseline-подхода и обсудить полученные результаты.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1051560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600" dirty="0">
                <a:solidFill>
                  <a:srgbClr val="222222"/>
                </a:solidFill>
              </a:rPr>
              <a:t>Данные: customer-support tickets</a:t>
            </a:r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</a:rPr>
              <a:t>Целевая переменная: queue</a:t>
            </a:r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</a:rPr>
              <a:t>Основной метод: TF-IDF + ComplementNB</a:t>
            </a:r>
            <a:endParaRPr lang="en-US" sz="1600" dirty="0"/>
          </a:p>
          <a:p>
            <a:r>
              <a:rPr lang="en-US" sz="1600" dirty="0">
                <a:solidFill>
                  <a:srgbClr val="222222"/>
                </a:solidFill>
              </a:rPr>
              <a:t>Оценка: повторные запуски, CI, p-value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ЛР5 •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План экспериментов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133856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51560"/>
            <a:ext cx="3474720" cy="41148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2F3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Проверяемая гипотеза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</a:rPr>
              <a:t>Использование текстовых признаков тикета повышает качество маршрутизации по сравнению с простыми ориентирами.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0" y="1051560"/>
            <a:ext cx="3474720" cy="41148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2F3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Данные и разбиение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06440" y="1600200"/>
            <a:ext cx="493776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222222"/>
                </a:solidFill>
              </a:rPr>
              <a:t>стратифицированное 70/15/15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seed: 42–48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7 повторных запусков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без преобразований до split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063240"/>
            <a:ext cx="3474720" cy="41148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2F3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Ориентиры и абляции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457200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222222"/>
                </a:solidFill>
              </a:rPr>
              <a:t>Dummy most frequent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Subject only / Body only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Subject+Body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Unigrams only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Small vocabulary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+tags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0" y="3063240"/>
            <a:ext cx="3474720" cy="41148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2F3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Метрики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06440" y="3611880"/>
            <a:ext cx="493776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222222"/>
                </a:solidFill>
              </a:rPr>
              <a:t>accuracy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macro-F1 как основная метрика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weighted-F1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95% CI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paired t-test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ЛР5 •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Архитектура экспериментального pipeline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133856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1828800" cy="685800"/>
          </a:xfrm>
          <a:prstGeom prst="rect">
            <a:avLst/>
          </a:prstGeom>
          <a:solidFill>
            <a:srgbClr val="F3F6FA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075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CSV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тикеты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0" y="1298448"/>
            <a:ext cx="502920" cy="411480"/>
          </a:xfrm>
          <a:prstGeom prst="chevron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1188720"/>
            <a:ext cx="2103120" cy="685800"/>
          </a:xfrm>
          <a:prstGeom prst="rect">
            <a:avLst/>
          </a:prstGeom>
          <a:solidFill>
            <a:srgbClr val="F3F6FA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2152" y="13075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Очистка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и split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06440" y="1298448"/>
            <a:ext cx="502920" cy="411480"/>
          </a:xfrm>
          <a:prstGeom prst="chevron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188720"/>
            <a:ext cx="2103120" cy="685800"/>
          </a:xfrm>
          <a:prstGeom prst="rect">
            <a:avLst/>
          </a:prstGeom>
          <a:solidFill>
            <a:srgbClr val="F3F6FA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13075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TF-IDF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признаки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69680" y="1298448"/>
            <a:ext cx="502920" cy="411480"/>
          </a:xfrm>
          <a:prstGeom prst="chevron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55480" y="1188720"/>
            <a:ext cx="1920240" cy="685800"/>
          </a:xfrm>
          <a:prstGeom prst="rect">
            <a:avLst/>
          </a:prstGeom>
          <a:solidFill>
            <a:srgbClr val="F3F6FA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46920" y="13075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ComplementNB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оценка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2514600"/>
            <a:ext cx="2560320" cy="41148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2F3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Что фиксируется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063240"/>
            <a:ext cx="42062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222222"/>
                </a:solidFill>
              </a:rPr>
              <a:t>seed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разбиение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размер словаря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ngram_range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alpha модели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2514600"/>
            <a:ext cx="2560320" cy="41148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2F3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Что сохраняется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89320" y="3063240"/>
            <a:ext cx="44805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222222"/>
                </a:solidFill>
              </a:rPr>
              <a:t>таблица запусков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сводная таблица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матрица ошибок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PR-кривая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примеры ошибок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ЛР5 •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Полученные результаты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133856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Средние значения по 7 запускам, 95% CI</a:t>
            </a:r>
            <a:endParaRPr lang="en-US" sz="1400" dirty="0"/>
          </a:p>
        </p:txBody>
      </p:sp>
      <p:pic>
        <p:nvPicPr>
          <p:cNvPr id="5" name="Image 0" descr="/mnt/data/lr5_results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694944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55280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Вывод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01000" y="1783080"/>
            <a:ext cx="356616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222222"/>
                </a:solidFill>
              </a:rPr>
              <a:t>Текстовые признаки заметно сильнее Dummy-ориентира.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Только тема обращения недостаточна.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Сильное ограничение словаря ухудшает качество.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Добавление тегов не дало устойчивого прироста.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01000" y="4389120"/>
            <a:ext cx="347472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9E2F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Результат является baseline, а не финальной LLM-системой.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ЛР5 •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Графики результатов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133856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pic>
        <p:nvPicPr>
          <p:cNvPr id="4" name="Image 0" descr="/mnt/data/lr5_outputs_quick/01_boxplot_macro_f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5349240" cy="3474720"/>
          </a:xfrm>
          <a:prstGeom prst="rect">
            <a:avLst/>
          </a:prstGeom>
        </p:spPr>
      </p:pic>
      <p:pic>
        <p:nvPicPr>
          <p:cNvPr id="5" name="Image 1" descr="/mnt/data/lr5_outputs_quick/07_learning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5166360" cy="3474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7240" y="5074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Boxplot показывает стабильность методов по повторным запускам; learning curve указывает, что увеличение объема обучения улучшает macro-F1, но рост постепенно замедляется.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ЛР5 •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Анализ ошибок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133856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pic>
        <p:nvPicPr>
          <p:cNvPr id="4" name="Image 0" descr="/mnt/data/lr5_outputs_quick/02_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5257800" cy="4343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0" y="1051560"/>
            <a:ext cx="3108960" cy="41148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2F3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Типичные причины ошибок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29400" y="1600200"/>
            <a:ext cx="448056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222222"/>
                </a:solidFill>
              </a:rPr>
              <a:t>пересечение тем между очередями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краткие обращения без контекста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смешение Product Support и Technical Support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смешение Billing и Customer Service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многоязычные формулировки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92240" y="3749040"/>
            <a:ext cx="3108960" cy="41148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2F3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Пример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29400" y="4343400"/>
            <a:ext cx="44805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Тикет о медицинских данных был отнесен к Technical Support вместо Product Support: в тексте присутствуют термины безопасности и инфраструктуры.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ЛР5 •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Обсуждение и заключение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133856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2926080" cy="41148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2F3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Что подтверждено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475488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222222"/>
                </a:solidFill>
              </a:rPr>
              <a:t>задача маршрутизации решаема baseline-методом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текст обращения полезнее одной темы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нужна оценка не только accuracy, но и macro-F1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172200" y="1051560"/>
            <a:ext cx="2926080" cy="41148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2F3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Ограничения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600200"/>
            <a:ext cx="466344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222222"/>
                </a:solidFill>
              </a:rPr>
              <a:t>baseline не понимает глубокую семантику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редкие классы остаются сложными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открытый датасет отличается от корпоративных данных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не использованы LLM/transformers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2926080" cy="411480"/>
          </a:xfrm>
          <a:prstGeom prst="rect">
            <a:avLst/>
          </a:prstGeom>
          <a:solidFill>
            <a:srgbClr val="F3F6FA"/>
          </a:solidFill>
          <a:ln w="12700">
            <a:solidFill>
              <a:srgbClr val="D9E2F3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Дальнейшая работа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4297680"/>
            <a:ext cx="475488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222222"/>
                </a:solidFill>
              </a:rPr>
              <a:t>embeddings вместо TF-IDF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LLM-классификация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semantic search по базе знаний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RAG-рекомендации оператору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3977640"/>
            <a:ext cx="4572000" cy="1234440"/>
          </a:xfrm>
          <a:prstGeom prst="rect">
            <a:avLst/>
          </a:prstGeom>
          <a:solidFill>
            <a:srgbClr val="F3F6FA"/>
          </a:solidFill>
          <a:ln>
            <a:solidFill>
              <a:srgbClr val="D9E2F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Итог: цель ЛР5 достигнута — проведена экспериментальная оценка, выполнено сравнение с ориентирами и абляциями, описаны ошибки, ограничения и направления развития.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698480" y="6446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ЛР5 •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Учебная работа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ЛР5. Описание и обсуждение результатов</dc:title>
  <dc:subject>ЛР5</dc:subject>
  <dc:creator>OpenAI</dc:creator>
  <cp:lastModifiedBy>OpenAI</cp:lastModifiedBy>
  <cp:revision>1</cp:revision>
  <dcterms:created xsi:type="dcterms:W3CDTF">2026-06-04T03:10:50Z</dcterms:created>
  <dcterms:modified xsi:type="dcterms:W3CDTF">2026-06-04T03:10:50Z</dcterms:modified>
</cp:coreProperties>
</file>